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Tomorrow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1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948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github.com/JaniseDeepthi/MachineLearning-Miniproject" TargetMode="Externa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3115" y="2391961"/>
            <a:ext cx="7020878" cy="70877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   Smart Resume Analyzer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03809" y="36074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AL23421 – Machine Learning Laboratory | Semester IV | 2025–2026</a:t>
            </a:r>
            <a:endParaRPr lang="en-US" sz="1750" b="1" dirty="0"/>
          </a:p>
        </p:txBody>
      </p:sp>
      <p:sp>
        <p:nvSpPr>
          <p:cNvPr id="6" name="Text 3"/>
          <p:cNvSpPr/>
          <p:nvPr/>
        </p:nvSpPr>
        <p:spPr>
          <a:xfrm>
            <a:off x="1110343" y="4622126"/>
            <a:ext cx="2377439" cy="362903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  JANISE DEEPTHI Y P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768091" y="4622127"/>
            <a:ext cx="1430926" cy="36290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2117240070124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1" y="4622127"/>
            <a:ext cx="1828798" cy="36290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1D1D1B"/>
                </a:solidFill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DEPT. OF AI &amp; DS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884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The Problem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3037403"/>
            <a:ext cx="3664744" cy="1669852"/>
          </a:xfrm>
          <a:prstGeom prst="roundRect">
            <a:avLst>
              <a:gd name="adj" fmla="val 2038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507004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Inefficient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07004" y="3754636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Manual screening is time-consuming at scale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171748" y="303740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398562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Prone to Bias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98562" y="375463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Human judgment introduces inconsistency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80190" y="493406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07004" y="51608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Hard to Scale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07004" y="565130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Recruiters can't quickly verify required skills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920" y="1123355"/>
            <a:ext cx="4970978" cy="62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Project Goals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8355" y="2553653"/>
            <a:ext cx="298252" cy="2982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69973" y="2553653"/>
            <a:ext cx="248543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Extract Skills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0269973" y="3063359"/>
            <a:ext cx="3672007" cy="596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Automatically parse resumes using NLP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8355" y="3753624"/>
            <a:ext cx="298252" cy="2982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69974" y="3747492"/>
            <a:ext cx="248543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Match to Job Roles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0269974" y="4232553"/>
            <a:ext cx="3672007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Compare against predefined skill sets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8355" y="4885789"/>
            <a:ext cx="298252" cy="2982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69974" y="4879658"/>
            <a:ext cx="2795707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Calculate Match Score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0269974" y="5364718"/>
            <a:ext cx="3672007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Return a percentage match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8355" y="6017955"/>
            <a:ext cx="298252" cy="29825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69974" y="6011823"/>
            <a:ext cx="3415665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Recommend Missing Skills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0269974" y="6496883"/>
            <a:ext cx="3672007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Help candidates improve profiles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1DE80F3-1055-4B86-E198-9011DBCE6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42" y="2224265"/>
            <a:ext cx="8531207" cy="48819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3383"/>
            <a:ext cx="68519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Theoretical Background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515791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NLP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Enables machines to understand &amp; process human language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515791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Text Preprocessing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Lowercasing, removing punctuation, tokenization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922758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Skill Extraction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93790" y="615029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Match resume words against predefined skill dataset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922758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Skill Matching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456884" y="615029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Rule-based comparison: </a:t>
            </a:r>
            <a:r>
              <a:rPr lang="en-US" sz="1750" b="1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Match Score = |A ∩ B| / |B| × 100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3565"/>
            <a:ext cx="58949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System Architecture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852" y="2065973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1188" y="3224958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5422237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Match &amp; Score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3771" y="3226180"/>
            <a:ext cx="652132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329" y="5422237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Extract Skills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6964" y="3226180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5422237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Parse &amp; Preprocess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17115" y="3226180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6" y="5422237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Upload Resume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793790" y="69631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End-to-end flow from resume upload through NLP processing to skill match scoring.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4562832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Algorithm in Action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18461" y="2338268"/>
            <a:ext cx="3310176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Example: Data Scientist Role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18461" y="2788563"/>
            <a:ext cx="2963585" cy="1369457"/>
          </a:xfrm>
          <a:prstGeom prst="roundRect">
            <a:avLst>
              <a:gd name="adj" fmla="val 8013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95601" y="2788563"/>
            <a:ext cx="91440" cy="1369457"/>
          </a:xfrm>
          <a:prstGeom prst="roundRect">
            <a:avLst>
              <a:gd name="adj" fmla="val 29940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92304" y="2993827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Resume Skills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92304" y="3425785"/>
            <a:ext cx="2484477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Python, SQL, Machine Learning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28849" y="2788563"/>
            <a:ext cx="2963704" cy="1369457"/>
          </a:xfrm>
          <a:prstGeom prst="roundRect">
            <a:avLst>
              <a:gd name="adj" fmla="val 8013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05989" y="2788563"/>
            <a:ext cx="91440" cy="1369457"/>
          </a:xfrm>
          <a:prstGeom prst="roundRect">
            <a:avLst>
              <a:gd name="adj" fmla="val 29940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02693" y="2993827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Required Skills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02693" y="3425785"/>
            <a:ext cx="2484596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Python, SQL, ML, Deep Learning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18461" y="4304824"/>
            <a:ext cx="2963585" cy="1105972"/>
          </a:xfrm>
          <a:prstGeom prst="roundRect">
            <a:avLst>
              <a:gd name="adj" fmla="val 9921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95601" y="4304824"/>
            <a:ext cx="91440" cy="1105972"/>
          </a:xfrm>
          <a:prstGeom prst="roundRect">
            <a:avLst>
              <a:gd name="adj" fmla="val 29940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92304" y="4510088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Matched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92304" y="4942046"/>
            <a:ext cx="2484477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Python, SQL, ML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28849" y="4304824"/>
            <a:ext cx="2963704" cy="1105972"/>
          </a:xfrm>
          <a:prstGeom prst="roundRect">
            <a:avLst>
              <a:gd name="adj" fmla="val 9921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05989" y="4304824"/>
            <a:ext cx="91440" cy="1105972"/>
          </a:xfrm>
          <a:prstGeom prst="roundRect">
            <a:avLst>
              <a:gd name="adj" fmla="val 29940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02693" y="4510088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Missing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02693" y="4942046"/>
            <a:ext cx="248459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Deep Learning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18461" y="5557599"/>
            <a:ext cx="2963585" cy="1105972"/>
          </a:xfrm>
          <a:prstGeom prst="roundRect">
            <a:avLst>
              <a:gd name="adj" fmla="val 9921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95601" y="5557599"/>
            <a:ext cx="91440" cy="1105972"/>
          </a:xfrm>
          <a:prstGeom prst="roundRect">
            <a:avLst>
              <a:gd name="adj" fmla="val 29940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92304" y="5762863"/>
            <a:ext cx="228135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Score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92304" y="6194822"/>
            <a:ext cx="2484477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75%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0A256DD-0B06-CEAC-4B83-2E13A7BD6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849" y="1276274"/>
            <a:ext cx="6402927" cy="57634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65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Implementation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9922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Tech Stack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601760"/>
            <a:ext cx="3008948" cy="807958"/>
          </a:xfrm>
          <a:prstGeom prst="roundRect">
            <a:avLst>
              <a:gd name="adj" fmla="val 4211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0604" y="3828574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Flask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9551" y="3601760"/>
            <a:ext cx="3008948" cy="807958"/>
          </a:xfrm>
          <a:prstGeom prst="roundRect">
            <a:avLst>
              <a:gd name="adj" fmla="val 4211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56365" y="3828574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Python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3790" y="4636532"/>
            <a:ext cx="3008948" cy="807958"/>
          </a:xfrm>
          <a:prstGeom prst="roundRect">
            <a:avLst>
              <a:gd name="adj" fmla="val 4211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20604" y="4863346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NLP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9551" y="4636532"/>
            <a:ext cx="3008948" cy="807958"/>
          </a:xfrm>
          <a:prstGeom prst="roundRect">
            <a:avLst>
              <a:gd name="adj" fmla="val 4211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56365" y="4863346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PDF/DOCX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99521" y="29922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Dataset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99521" y="35734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~25 skills, custom-created, text-based, public license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99521" y="4163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Modules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99521" y="474428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app.py</a:t>
            </a: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– Flask server &amp; routes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resume_parser.py</a:t>
            </a: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– PDF/DOCX text extraction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skills.py</a:t>
            </a: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– Skill extraction from text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highlight>
                  <a:srgbClr val="EFEFEF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model.py</a:t>
            </a: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– Match &amp; score calculation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040" y="729972"/>
            <a:ext cx="5007531" cy="625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Live Output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9624655" y="1820108"/>
            <a:ext cx="4312206" cy="1237536"/>
          </a:xfrm>
          <a:prstGeom prst="roundRect">
            <a:avLst>
              <a:gd name="adj" fmla="val 2428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847778" y="2043232"/>
            <a:ext cx="257687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Recommended Role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847778" y="2532936"/>
            <a:ext cx="3865959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Web Developer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9624655" y="3234452"/>
            <a:ext cx="4312206" cy="1237536"/>
          </a:xfrm>
          <a:prstGeom prst="roundRect">
            <a:avLst>
              <a:gd name="adj" fmla="val 2428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847778" y="3457575"/>
            <a:ext cx="250376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Match Score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847778" y="3947279"/>
            <a:ext cx="3865959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60%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624655" y="4648795"/>
            <a:ext cx="4312206" cy="1237536"/>
          </a:xfrm>
          <a:prstGeom prst="roundRect">
            <a:avLst>
              <a:gd name="adj" fmla="val 2428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847778" y="4871918"/>
            <a:ext cx="250376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Matched Skills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847778" y="5361623"/>
            <a:ext cx="3865959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JavaScript, CSS, HTML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624655" y="6063139"/>
            <a:ext cx="4312206" cy="1237536"/>
          </a:xfrm>
          <a:prstGeom prst="roundRect">
            <a:avLst>
              <a:gd name="adj" fmla="val 2428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847778" y="6286262"/>
            <a:ext cx="250376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Missing Skills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847778" y="6775966"/>
            <a:ext cx="3865959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React, NodeJS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C5DEB22-66DA-9F72-42E8-C47E51950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82" y="1630442"/>
            <a:ext cx="8520545" cy="57052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95757"/>
            <a:ext cx="66767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Results &amp; Future Scope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2344698"/>
            <a:ext cx="7556421" cy="3007281"/>
          </a:xfrm>
          <a:prstGeom prst="roundRect">
            <a:avLst>
              <a:gd name="adj" fmla="val 1131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2344698"/>
            <a:ext cx="7556421" cy="1322189"/>
          </a:xfrm>
          <a:prstGeom prst="roundRect">
            <a:avLst>
              <a:gd name="adj" fmla="val 2573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07004" y="2571512"/>
            <a:ext cx="2835235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✅ Achieved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07004" y="307717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Extracts skills, calculates match %, identifies gaps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280190" y="3666887"/>
            <a:ext cx="7556421" cy="1685092"/>
          </a:xfrm>
          <a:prstGeom prst="rect">
            <a:avLst/>
          </a:prstGeom>
          <a:solidFill>
            <a:srgbClr val="F0EAE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80190" y="3666887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507004" y="3893701"/>
            <a:ext cx="2835235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Tomorrow Semi Bold" pitchFamily="34" charset="-122"/>
                <a:cs typeface="Times New Roman" panose="02020603050405020304" pitchFamily="18" charset="0"/>
              </a:rPr>
              <a:t>🔭 Future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07004" y="4399359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TF-IDF/BERT models, resume ranking, React frontend, recruiter dashboard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80190" y="5607129"/>
            <a:ext cx="7556421" cy="1326713"/>
          </a:xfrm>
          <a:prstGeom prst="roundRect">
            <a:avLst>
              <a:gd name="adj" fmla="val 2565"/>
            </a:avLst>
          </a:prstGeom>
          <a:solidFill>
            <a:srgbClr val="DADAD7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4" y="5958840"/>
            <a:ext cx="283488" cy="22681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17306" y="5890617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GitHub:</a:t>
            </a:r>
            <a:r>
              <a:rPr lang="en-US" sz="1750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</a:rPr>
              <a:t> </a:t>
            </a:r>
            <a:r>
              <a:rPr lang="en-US" sz="1750" u="sng" dirty="0">
                <a:latin typeface="Times New Roman" panose="02020603050405020304" pitchFamily="18" charset="0"/>
                <a:ea typeface="Tomorrow" pitchFamily="34" charset="-122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github.com/JaniseDeepthi/MachineLearning-Miniproject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320</Words>
  <Application>Microsoft Office PowerPoint</Application>
  <PresentationFormat>Custom</PresentationFormat>
  <Paragraphs>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Times New Roman</vt:lpstr>
      <vt:lpstr>Tomorrow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yp.deepthi23@gmail.com</cp:lastModifiedBy>
  <cp:revision>3</cp:revision>
  <dcterms:created xsi:type="dcterms:W3CDTF">2026-04-09T07:01:34Z</dcterms:created>
  <dcterms:modified xsi:type="dcterms:W3CDTF">2026-04-09T12:54:45Z</dcterms:modified>
</cp:coreProperties>
</file>